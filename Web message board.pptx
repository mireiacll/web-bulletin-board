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4"/>
  </p:sldMasterIdLst>
  <p:notesMasterIdLst>
    <p:notesMasterId r:id="rId13"/>
  </p:notesMasterIdLst>
  <p:sldIdLst>
    <p:sldId id="2767" r:id="rId5"/>
    <p:sldId id="257" r:id="rId6"/>
    <p:sldId id="2771" r:id="rId7"/>
    <p:sldId id="2776" r:id="rId8"/>
    <p:sldId id="2773" r:id="rId9"/>
    <p:sldId id="2774" r:id="rId10"/>
    <p:sldId id="2772" r:id="rId11"/>
    <p:sldId id="277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5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3/23/2026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9B9498-FDEE-4498-AC3A-C83DFCC8A50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992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C2791E5-06A8-47CF-B0F8-238D8A98DD3A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0738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6FCE-24C9-4278-AE9E-0ABD39A37752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41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24FDE9-DC7C-4650-A2AA-695EFC7BC855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837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0660-BAD1-44D8-9C23-5C88A1A8F01F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7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4456-1EEE-4980-941C-4A9E968F86B5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601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0877-9FC7-4D4A-9954-B78179689751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773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85C1F-3DC8-41BD-A888-D15090A5BE1C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3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74847A6-4915-4DCE-9792-3249F7265D8D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167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6C08-7E11-4206-8D6F-C5008A7638E7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208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745B6-6146-4FA7-BE23-4E8C60EB6CBC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86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4472B72-E800-4A97-940B-DD3BDA28818E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136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9E05-9F4D-41B7-9528-DB9936DEF0DF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102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1921A07-93EA-409B-8C0E-9CB9DCAB74C9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2E7FB8A-9096-4D4A-8F17-1B38291FBDD9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FFAAA0A8-8FC0-4282-9BFC-0DF8B5C8C49A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956F777-1047-4221-8EDB-19F67E41821E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ABE01F-463E-4240-AE91-97F32D93E708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D835-60C8-4279-855E-E9C4800F201C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D55FB-44BC-4C39-9156-797CB9E10112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2F911-824B-4A2F-98DF-C6E402EFE13D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254D-E30B-40AF-A175-B550243C71B9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A0270-163C-42DF-807F-F4CF09CC02C0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AF418-40E1-40D6-AADC-DD9A9B7FD2A3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EB154-A10D-4EAD-B0D3-2686CEE601D0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347396-53EC-4909-9CC1-4038CF93EB9F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E59098-1FCC-4EDB-8CD5-A2765AD0BB32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866996-864E-44EE-AA04-2CCB121E0774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50E1C-6C33-4E5A-9C37-B18B76C05F1B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268AD81D-ABEC-41DF-90B8-C8C950493824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8791641-C1ED-415C-8ADC-8828ADE9ACB0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7B6E-C607-4258-96BF-DE7EED0A69C8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9234DF-8584-4FD6-A75D-31609BD7243D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2502-0B71-47DD-B623-812D9E6CE49F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49B1CAB-E8CA-4A0B-A9A4-575C9FAA8BFF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9F75-7026-415E-8400-5A012EC3AAA3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BC5A95C0-AC4F-4C47-A7E5-46F23F95FC89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7B52D4-14D0-4264-9CD0-01E659A855E2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D3CC-61A7-4F32-8D8C-3238A2AD6F0D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01367C22-F4EA-409B-8211-8EE28F1768FA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EDCF0ECF-ADF6-4A1E-AC47-07B1AF22895C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85047-D83B-4CBC-B382-99B4652369DA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A3712D-D7D4-403D-A209-BF5EC4A3587F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61EEC7-BE98-4A95-805B-FF027B01800D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61689-212A-4C55-AD2C-A83E50F427D0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D9B44-7D28-47E6-9F0A-F47B33759971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6D0C-097B-4988-9331-8881DF7CDB89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4A9A-2750-4623-9BD8-F6C697020276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BEA7-1BD7-466C-9FE4-084C8EC3472E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36BD2-1276-4645-9FBA-9998723CC05B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9D8F-2068-496E-BBC6-C8FE744C667E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7A-3F14-4175-8E3F-E94F1FBE9554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CB09-86E8-4467-93BF-C8AD813B1CB8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049B-C345-4C9D-A29E-0E39496BD178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520C35D-1675-4133-A710-2F97F53C54F7}" type="datetime1">
              <a:rPr lang="en-US" smtClean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0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696" r:id="rId13"/>
    <p:sldLayoutId id="2147483697" r:id="rId14"/>
    <p:sldLayoutId id="2147483698" r:id="rId15"/>
    <p:sldLayoutId id="2147483699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  <p:sldLayoutId id="2147483712" r:id="rId28"/>
    <p:sldLayoutId id="2147483713" r:id="rId29"/>
    <p:sldLayoutId id="2147483714" r:id="rId30"/>
    <p:sldLayoutId id="2147483715" r:id="rId31"/>
    <p:sldLayoutId id="2147483716" r:id="rId32"/>
    <p:sldLayoutId id="2147483717" r:id="rId33"/>
    <p:sldLayoutId id="2147483718" r:id="rId34"/>
    <p:sldLayoutId id="2147483719" r:id="rId35"/>
    <p:sldLayoutId id="2147483720" r:id="rId36"/>
    <p:sldLayoutId id="2147483721" r:id="rId37"/>
    <p:sldLayoutId id="2147483722" r:id="rId38"/>
    <p:sldLayoutId id="2147483723" r:id="rId39"/>
    <p:sldLayoutId id="2147483724" r:id="rId40"/>
    <p:sldLayoutId id="2147483725" r:id="rId41"/>
    <p:sldLayoutId id="2147483726" r:id="rId42"/>
    <p:sldLayoutId id="2147483727" r:id="rId43"/>
    <p:sldLayoutId id="2147483728" r:id="rId44"/>
    <p:sldLayoutId id="2147483729" r:id="rId45"/>
    <p:sldLayoutId id="2147483730" r:id="rId46"/>
    <p:sldLayoutId id="2147483731" r:id="rId47"/>
    <p:sldLayoutId id="2147483732" r:id="rId48"/>
    <p:sldLayoutId id="2147483733" r:id="rId49"/>
    <p:sldLayoutId id="2147483734" r:id="rId50"/>
    <p:sldLayoutId id="2147483735" r:id="rId51"/>
    <p:sldLayoutId id="2147483736" r:id="rId52"/>
    <p:sldLayoutId id="2147483737" r:id="rId5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Web message board</a:t>
            </a:r>
            <a:br>
              <a:rPr lang="en-US" dirty="0"/>
            </a:br>
            <a:r>
              <a:rPr lang="en-US" dirty="0"/>
              <a:t>Screen specification document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Mireia Carvajal Librado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FD752-3D27-EFDB-B357-C3D4FBA3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How to use local database?</a:t>
            </a:r>
          </a:p>
          <a:p>
            <a:r>
              <a:rPr lang="en-US" dirty="0"/>
              <a:t>Functionalities</a:t>
            </a:r>
          </a:p>
          <a:p>
            <a:r>
              <a:rPr lang="en-US" dirty="0"/>
              <a:t>Architecture</a:t>
            </a:r>
          </a:p>
          <a:p>
            <a:r>
              <a:rPr lang="en-US" dirty="0"/>
              <a:t>List Page (Post List)</a:t>
            </a:r>
          </a:p>
          <a:p>
            <a:r>
              <a:rPr lang="en-US" dirty="0"/>
              <a:t>Post Detail Page</a:t>
            </a:r>
          </a:p>
          <a:p>
            <a:r>
              <a:rPr lang="en-US" dirty="0"/>
              <a:t>Create/Edit Post page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CCB8A27-1AA4-159C-FFF1-268B603FF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A600-A08B-0A29-5E66-ADD3D4EE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1C37F-EEBF-9F07-3DA5-0B8EFD39A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606760" cy="3678303"/>
          </a:xfrm>
        </p:spPr>
        <p:txBody>
          <a:bodyPr anchor="t"/>
          <a:lstStyle/>
          <a:p>
            <a:r>
              <a:rPr lang="en-US" dirty="0"/>
              <a:t>Posts</a:t>
            </a:r>
          </a:p>
          <a:p>
            <a:pPr lvl="1"/>
            <a:r>
              <a:rPr lang="en-US" dirty="0"/>
              <a:t>Retrieve and display list of posts</a:t>
            </a:r>
          </a:p>
          <a:p>
            <a:pPr lvl="1"/>
            <a:r>
              <a:rPr lang="en-US" dirty="0"/>
              <a:t>Pagination (20 posts per page)</a:t>
            </a:r>
          </a:p>
          <a:p>
            <a:pPr lvl="1"/>
            <a:r>
              <a:rPr lang="en-US" dirty="0"/>
              <a:t>Create new posts</a:t>
            </a:r>
          </a:p>
          <a:p>
            <a:pPr lvl="1"/>
            <a:r>
              <a:rPr lang="en-US" dirty="0"/>
              <a:t>Edit existing posts</a:t>
            </a:r>
          </a:p>
          <a:p>
            <a:pPr lvl="1"/>
            <a:r>
              <a:rPr lang="en-US" dirty="0"/>
              <a:t>Delete posts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1DA3C-4665-248D-0554-912AD9682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A040E4-D6F6-8C0A-1AB2-ED409012F4E8}"/>
              </a:ext>
            </a:extLst>
          </p:cNvPr>
          <p:cNvSpPr txBox="1">
            <a:spLocks/>
          </p:cNvSpPr>
          <p:nvPr/>
        </p:nvSpPr>
        <p:spPr>
          <a:xfrm>
            <a:off x="4292620" y="2180495"/>
            <a:ext cx="3606760" cy="3678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Post Details</a:t>
            </a:r>
          </a:p>
          <a:p>
            <a:pPr lvl="1"/>
            <a:r>
              <a:rPr lang="en-US" dirty="0"/>
              <a:t>View full post content</a:t>
            </a:r>
          </a:p>
          <a:p>
            <a:pPr lvl="1"/>
            <a:r>
              <a:rPr lang="en-US" dirty="0"/>
              <a:t>Show associated user information</a:t>
            </a:r>
          </a:p>
          <a:p>
            <a:pPr lvl="1"/>
            <a:r>
              <a:rPr lang="en-US" dirty="0"/>
              <a:t>Navigation back to the main list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1BD3121-C5E7-9365-5F73-5BA4BC48E67A}"/>
              </a:ext>
            </a:extLst>
          </p:cNvPr>
          <p:cNvSpPr txBox="1">
            <a:spLocks/>
          </p:cNvSpPr>
          <p:nvPr/>
        </p:nvSpPr>
        <p:spPr>
          <a:xfrm>
            <a:off x="8004047" y="2180495"/>
            <a:ext cx="3606760" cy="36783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Comments</a:t>
            </a:r>
          </a:p>
          <a:p>
            <a:pPr lvl="1"/>
            <a:r>
              <a:rPr lang="en-US" dirty="0"/>
              <a:t>Retrieve comments for a specific post</a:t>
            </a:r>
          </a:p>
          <a:p>
            <a:pPr lvl="1"/>
            <a:r>
              <a:rPr lang="en-US" dirty="0"/>
              <a:t>Add new comments</a:t>
            </a:r>
          </a:p>
          <a:p>
            <a:pPr lvl="1"/>
            <a:r>
              <a:rPr lang="en-US" dirty="0"/>
              <a:t>Edit comments inline (no page reload)</a:t>
            </a:r>
          </a:p>
          <a:p>
            <a:pPr lvl="1"/>
            <a:r>
              <a:rPr lang="en-US" dirty="0"/>
              <a:t>Delete comments</a:t>
            </a:r>
          </a:p>
        </p:txBody>
      </p:sp>
    </p:spTree>
    <p:extLst>
      <p:ext uri="{BB962C8B-B14F-4D97-AF65-F5344CB8AC3E}">
        <p14:creationId xmlns:p14="http://schemas.microsoft.com/office/powerpoint/2010/main" val="324815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AD68-FFE4-D86E-EF46-1986A6D0E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THE LOCAL DATABASE?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0AD6-9834-37BE-3A4C-B596B7722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/>
              <a:t>In api.js change </a:t>
            </a:r>
            <a:r>
              <a:rPr lang="it-IT" dirty="0"/>
              <a:t>API_BASE_URL to "http://localhost:3000";</a:t>
            </a:r>
          </a:p>
          <a:p>
            <a:endParaRPr lang="en-US" dirty="0"/>
          </a:p>
          <a:p>
            <a:r>
              <a:rPr lang="en-US" dirty="0"/>
              <a:t>Once downloaded the project, in the folder:</a:t>
            </a:r>
          </a:p>
          <a:p>
            <a:pPr lvl="1"/>
            <a:r>
              <a:rPr lang="en-US" dirty="0" err="1"/>
              <a:t>npm</a:t>
            </a:r>
            <a:r>
              <a:rPr lang="en-US" dirty="0"/>
              <a:t> install</a:t>
            </a:r>
          </a:p>
          <a:p>
            <a:pPr lvl="1"/>
            <a:r>
              <a:rPr lang="en-US" dirty="0" err="1"/>
              <a:t>npm</a:t>
            </a:r>
            <a:r>
              <a:rPr lang="en-US" dirty="0"/>
              <a:t> start</a:t>
            </a:r>
          </a:p>
          <a:p>
            <a:pPr lvl="1"/>
            <a:endParaRPr lang="en-US" dirty="0"/>
          </a:p>
          <a:p>
            <a:r>
              <a:rPr lang="en-US" dirty="0"/>
              <a:t>Added </a:t>
            </a:r>
            <a:r>
              <a:rPr lang="en-US" dirty="0" err="1"/>
              <a:t>package.json</a:t>
            </a:r>
            <a:r>
              <a:rPr lang="en-US" dirty="0"/>
              <a:t> (script inside: </a:t>
            </a:r>
            <a:r>
              <a:rPr lang="en-US" dirty="0" err="1"/>
              <a:t>npx</a:t>
            </a:r>
            <a:r>
              <a:rPr lang="en-US" dirty="0"/>
              <a:t> </a:t>
            </a:r>
            <a:r>
              <a:rPr lang="en-US" dirty="0" err="1"/>
              <a:t>json</a:t>
            </a:r>
            <a:r>
              <a:rPr lang="en-US" dirty="0"/>
              <a:t>-server --watch </a:t>
            </a:r>
            <a:r>
              <a:rPr lang="en-US" dirty="0" err="1"/>
              <a:t>db.json</a:t>
            </a:r>
            <a:r>
              <a:rPr lang="en-US" dirty="0"/>
              <a:t> --port 3000) and package-lock to made the commands easier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3091B-B972-E553-61AF-784B6B7C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182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64FCB-6AAA-89BF-DDFA-946374D19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B830B-1C0A-E520-9C86-EC52FF8C0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5348"/>
          </a:xfrm>
        </p:spPr>
        <p:txBody>
          <a:bodyPr anchor="t"/>
          <a:lstStyle/>
          <a:p>
            <a:r>
              <a:rPr lang="en-US" dirty="0"/>
              <a:t>Pages</a:t>
            </a:r>
          </a:p>
          <a:p>
            <a:pPr lvl="1"/>
            <a:r>
              <a:rPr lang="en-US" dirty="0"/>
              <a:t>Index.html </a:t>
            </a:r>
            <a:r>
              <a:rPr lang="en-US" dirty="0">
                <a:sym typeface="Wingdings" panose="05000000000000000000" pitchFamily="2" charset="2"/>
              </a:rPr>
              <a:t> Posts lists with pagination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Post.html  Post details and comments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Form.html  Shared for creating and editing posts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JavaScript Modules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Api.js  handles all the HTTP requests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Main.js  manages post listing and pagination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Post.js  handles post details and comment logic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Form.js  handles post creation and editing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51587-0046-6B10-4C09-9CA7AF12B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608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04123-B8CF-DB72-70A8-68B3F8339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page (post list)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857B2-0E06-156C-7F1D-35FF20D33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39176"/>
          </a:xfrm>
        </p:spPr>
        <p:txBody>
          <a:bodyPr anchor="t">
            <a:normAutofit fontScale="92500" lnSpcReduction="20000"/>
          </a:bodyPr>
          <a:lstStyle/>
          <a:p>
            <a:r>
              <a:rPr lang="en-US" b="1" dirty="0"/>
              <a:t>URL: index.html</a:t>
            </a:r>
          </a:p>
          <a:p>
            <a:r>
              <a:rPr lang="en-US" b="1" dirty="0"/>
              <a:t>UI components</a:t>
            </a:r>
          </a:p>
          <a:p>
            <a:pPr lvl="1"/>
            <a:r>
              <a:rPr lang="en-US" dirty="0"/>
              <a:t>Post table </a:t>
            </a:r>
            <a:r>
              <a:rPr lang="en-US" dirty="0">
                <a:sym typeface="Wingdings" panose="05000000000000000000" pitchFamily="2" charset="2"/>
              </a:rPr>
              <a:t> displays list of posts (ID, title, username)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Post Title Link  clickable opens the post detail page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Create Post Button  navigates to post creation page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Pagination controls  navigation previous/next page</a:t>
            </a:r>
          </a:p>
          <a:p>
            <a:r>
              <a:rPr lang="en-US" b="1" dirty="0">
                <a:sym typeface="Wingdings" panose="05000000000000000000" pitchFamily="2" charset="2"/>
              </a:rPr>
              <a:t>API used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GET /posts  retrieve posts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GET /users  retrieve user information</a:t>
            </a:r>
          </a:p>
          <a:p>
            <a:r>
              <a:rPr lang="en-US" b="1" dirty="0">
                <a:sym typeface="Wingdings" panose="05000000000000000000" pitchFamily="2" charset="2"/>
              </a:rPr>
              <a:t>User actions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Click post title  opens post detail page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Click create post  opens create post page</a:t>
            </a:r>
          </a:p>
          <a:p>
            <a:pPr lvl="1"/>
            <a:r>
              <a:rPr lang="en-US" dirty="0"/>
              <a:t>Click next/previous </a:t>
            </a:r>
            <a:r>
              <a:rPr lang="en-US" dirty="0">
                <a:sym typeface="Wingdings" panose="05000000000000000000" pitchFamily="2" charset="2"/>
              </a:rPr>
              <a:t> changes page of posts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8F799-64A5-E7F9-C874-D0BD683B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B705FB-FC8D-96DE-D908-BA035E7C1C9A}"/>
              </a:ext>
            </a:extLst>
          </p:cNvPr>
          <p:cNvSpPr/>
          <p:nvPr/>
        </p:nvSpPr>
        <p:spPr>
          <a:xfrm>
            <a:off x="6867144" y="2404872"/>
            <a:ext cx="3547872" cy="33101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MESSAGE BOARD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E1A25C-3642-713C-06D9-9541FBE2FB46}"/>
              </a:ext>
            </a:extLst>
          </p:cNvPr>
          <p:cNvSpPr/>
          <p:nvPr/>
        </p:nvSpPr>
        <p:spPr>
          <a:xfrm>
            <a:off x="7028688" y="2804160"/>
            <a:ext cx="1456944" cy="359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Create post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E97641-0A9F-1646-3262-BDDF79279BDA}"/>
              </a:ext>
            </a:extLst>
          </p:cNvPr>
          <p:cNvSpPr/>
          <p:nvPr/>
        </p:nvSpPr>
        <p:spPr>
          <a:xfrm>
            <a:off x="7028688" y="3320796"/>
            <a:ext cx="3212592" cy="14782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ID – title – username 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437D79-E130-2296-42C4-919C6F41B6F8}"/>
              </a:ext>
            </a:extLst>
          </p:cNvPr>
          <p:cNvSpPr/>
          <p:nvPr/>
        </p:nvSpPr>
        <p:spPr>
          <a:xfrm>
            <a:off x="7028688" y="4956048"/>
            <a:ext cx="1456944" cy="359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Prev post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F33C73-2C9D-3EC0-D2CE-97FFB849CBF5}"/>
              </a:ext>
            </a:extLst>
          </p:cNvPr>
          <p:cNvSpPr/>
          <p:nvPr/>
        </p:nvSpPr>
        <p:spPr>
          <a:xfrm>
            <a:off x="8721852" y="4956048"/>
            <a:ext cx="1456944" cy="359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Next post</a:t>
            </a:r>
          </a:p>
        </p:txBody>
      </p:sp>
    </p:spTree>
    <p:extLst>
      <p:ext uri="{BB962C8B-B14F-4D97-AF65-F5344CB8AC3E}">
        <p14:creationId xmlns:p14="http://schemas.microsoft.com/office/powerpoint/2010/main" val="845911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49D1C-DA68-1367-2688-824F791C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detail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CF089-E2AA-B8D6-3446-E17A9104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C4D9A83-6391-2C0F-831B-CEF39A341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008" y="1927951"/>
            <a:ext cx="6359272" cy="4983480"/>
          </a:xfrm>
        </p:spPr>
        <p:txBody>
          <a:bodyPr anchor="t">
            <a:normAutofit fontScale="77500" lnSpcReduction="20000"/>
          </a:bodyPr>
          <a:lstStyle/>
          <a:p>
            <a:r>
              <a:rPr lang="en-US" b="1" dirty="0"/>
              <a:t>URL: </a:t>
            </a:r>
            <a:r>
              <a:rPr lang="en-US" b="1" dirty="0" err="1"/>
              <a:t>post.html?id</a:t>
            </a:r>
            <a:r>
              <a:rPr lang="en-US" b="1" dirty="0"/>
              <a:t>={</a:t>
            </a:r>
            <a:r>
              <a:rPr lang="en-US" b="1" dirty="0" err="1"/>
              <a:t>postId</a:t>
            </a:r>
            <a:r>
              <a:rPr lang="en-US" b="1" dirty="0"/>
              <a:t>}</a:t>
            </a:r>
          </a:p>
          <a:p>
            <a:r>
              <a:rPr lang="en-US" b="1" dirty="0"/>
              <a:t>UI components</a:t>
            </a:r>
          </a:p>
          <a:p>
            <a:pPr lvl="1"/>
            <a:r>
              <a:rPr lang="en-US" dirty="0"/>
              <a:t>Back to list button </a:t>
            </a:r>
            <a:r>
              <a:rPr lang="en-US" dirty="0">
                <a:sym typeface="Wingdings" panose="05000000000000000000" pitchFamily="2" charset="2"/>
              </a:rPr>
              <a:t> Returns to list page</a:t>
            </a:r>
            <a:endParaRPr lang="en-US" dirty="0"/>
          </a:p>
          <a:p>
            <a:pPr lvl="1"/>
            <a:r>
              <a:rPr lang="en-US" dirty="0"/>
              <a:t>Post title, author (+details) and content</a:t>
            </a:r>
          </a:p>
          <a:p>
            <a:pPr lvl="1"/>
            <a:r>
              <a:rPr lang="en-US" dirty="0"/>
              <a:t>Edit Post button </a:t>
            </a:r>
            <a:r>
              <a:rPr lang="en-US" dirty="0">
                <a:sym typeface="Wingdings" panose="05000000000000000000" pitchFamily="2" charset="2"/>
              </a:rPr>
              <a:t> navigates to edit form</a:t>
            </a:r>
            <a:endParaRPr lang="en-US" dirty="0"/>
          </a:p>
          <a:p>
            <a:pPr lvl="1"/>
            <a:r>
              <a:rPr lang="en-US" dirty="0"/>
              <a:t>Delete Post button </a:t>
            </a:r>
            <a:r>
              <a:rPr lang="en-US" dirty="0">
                <a:sym typeface="Wingdings" panose="05000000000000000000" pitchFamily="2" charset="2"/>
              </a:rPr>
              <a:t> deletes the post and goes back to list of posts</a:t>
            </a:r>
            <a:endParaRPr lang="en-US" dirty="0"/>
          </a:p>
          <a:p>
            <a:pPr lvl="1"/>
            <a:r>
              <a:rPr lang="en-US" dirty="0"/>
              <a:t>List of comments </a:t>
            </a:r>
            <a:r>
              <a:rPr lang="en-US" dirty="0">
                <a:sym typeface="Wingdings" panose="05000000000000000000" pitchFamily="2" charset="2"/>
              </a:rPr>
              <a:t> each comment has title, content, delete and edit button</a:t>
            </a:r>
          </a:p>
          <a:p>
            <a:pPr lvl="2"/>
            <a:r>
              <a:rPr lang="en-US" dirty="0"/>
              <a:t>Edit button enables inline editing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save and cancel buttons appear and delete and edit buttons disabled</a:t>
            </a:r>
          </a:p>
          <a:p>
            <a:pPr lvl="1"/>
            <a:r>
              <a:rPr lang="en-US" dirty="0"/>
              <a:t>New comment form and submit button</a:t>
            </a:r>
          </a:p>
          <a:p>
            <a:r>
              <a:rPr lang="en-US" b="1" dirty="0">
                <a:sym typeface="Wingdings" panose="05000000000000000000" pitchFamily="2" charset="2"/>
              </a:rPr>
              <a:t>API used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GET /posts/{id}  retrieve single post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GET /users  retrieve user information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GET /</a:t>
            </a:r>
            <a:r>
              <a:rPr lang="en-US" dirty="0" err="1">
                <a:sym typeface="Wingdings" panose="05000000000000000000" pitchFamily="2" charset="2"/>
              </a:rPr>
              <a:t>comments?postId</a:t>
            </a:r>
            <a:r>
              <a:rPr lang="en-US" dirty="0">
                <a:sym typeface="Wingdings" panose="05000000000000000000" pitchFamily="2" charset="2"/>
              </a:rPr>
              <a:t>={id}  retrieve comments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POST /comments  create comment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PUT /comments/{id}  update comment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DELETE comments/{id}  delete comment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DELETE /posts/{id}  delete post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1F6974-40AB-E813-704F-F767FB7B782F}"/>
              </a:ext>
            </a:extLst>
          </p:cNvPr>
          <p:cNvSpPr txBox="1">
            <a:spLocks/>
          </p:cNvSpPr>
          <p:nvPr/>
        </p:nvSpPr>
        <p:spPr>
          <a:xfrm>
            <a:off x="6605016" y="4074191"/>
            <a:ext cx="5667375" cy="316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ym typeface="Wingdings" panose="05000000000000000000" pitchFamily="2" charset="2"/>
              </a:rPr>
              <a:t>User actions</a:t>
            </a:r>
          </a:p>
          <a:p>
            <a:pPr lvl="1"/>
            <a:r>
              <a:rPr lang="en-US" sz="1200" dirty="0">
                <a:sym typeface="Wingdings" panose="05000000000000000000" pitchFamily="2" charset="2"/>
              </a:rPr>
              <a:t>Click edit post  opens edit form with data</a:t>
            </a:r>
          </a:p>
          <a:p>
            <a:pPr lvl="1"/>
            <a:r>
              <a:rPr lang="en-US" sz="1200" dirty="0">
                <a:sym typeface="Wingdings" panose="05000000000000000000" pitchFamily="2" charset="2"/>
              </a:rPr>
              <a:t>Click delete post  deletes post and back to list page</a:t>
            </a:r>
          </a:p>
          <a:p>
            <a:pPr lvl="1"/>
            <a:r>
              <a:rPr lang="en-US" sz="1200" dirty="0">
                <a:sym typeface="Wingdings" panose="05000000000000000000" pitchFamily="2" charset="2"/>
              </a:rPr>
              <a:t>Click back  returns to list page</a:t>
            </a:r>
          </a:p>
          <a:p>
            <a:pPr lvl="1"/>
            <a:r>
              <a:rPr lang="en-US" sz="1200" dirty="0">
                <a:sym typeface="Wingdings" panose="05000000000000000000" pitchFamily="2" charset="2"/>
              </a:rPr>
              <a:t>Add comment  displays a new comment</a:t>
            </a:r>
          </a:p>
          <a:p>
            <a:pPr lvl="1"/>
            <a:r>
              <a:rPr lang="en-US" sz="1200" dirty="0">
                <a:sym typeface="Wingdings" panose="05000000000000000000" pitchFamily="2" charset="2"/>
              </a:rPr>
              <a:t>Click edit comment  enables inline edit mode</a:t>
            </a:r>
          </a:p>
          <a:p>
            <a:pPr lvl="1"/>
            <a:r>
              <a:rPr lang="en-US" sz="1200" dirty="0">
                <a:sym typeface="Wingdings" panose="05000000000000000000" pitchFamily="2" charset="2"/>
              </a:rPr>
              <a:t>Click save  updates comment</a:t>
            </a:r>
          </a:p>
          <a:p>
            <a:pPr lvl="1"/>
            <a:r>
              <a:rPr lang="en-US" sz="1200" dirty="0">
                <a:sym typeface="Wingdings" panose="05000000000000000000" pitchFamily="2" charset="2"/>
              </a:rPr>
              <a:t>Click cancel  restores original content</a:t>
            </a:r>
          </a:p>
          <a:p>
            <a:pPr lvl="1"/>
            <a:r>
              <a:rPr lang="en-US" sz="1200" dirty="0">
                <a:sym typeface="Wingdings" panose="05000000000000000000" pitchFamily="2" charset="2"/>
              </a:rPr>
              <a:t>Click delete comment  removes comment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29966D-23BF-F9CD-F51D-63B68C710BFA}"/>
              </a:ext>
            </a:extLst>
          </p:cNvPr>
          <p:cNvSpPr/>
          <p:nvPr/>
        </p:nvSpPr>
        <p:spPr>
          <a:xfrm>
            <a:off x="7386447" y="157158"/>
            <a:ext cx="3547872" cy="38936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67D2C4-E384-F437-3E85-91CD1420B4DC}"/>
              </a:ext>
            </a:extLst>
          </p:cNvPr>
          <p:cNvSpPr/>
          <p:nvPr/>
        </p:nvSpPr>
        <p:spPr>
          <a:xfrm>
            <a:off x="7547991" y="261561"/>
            <a:ext cx="599313" cy="3046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Back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7DF7B0-A29D-AFCB-2AEC-D31B562697B0}"/>
              </a:ext>
            </a:extLst>
          </p:cNvPr>
          <p:cNvSpPr/>
          <p:nvPr/>
        </p:nvSpPr>
        <p:spPr>
          <a:xfrm>
            <a:off x="7547991" y="1073082"/>
            <a:ext cx="3212592" cy="17564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Comments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  <a:p>
            <a:pPr algn="ctr"/>
            <a:r>
              <a:rPr lang="en-US" dirty="0"/>
              <a:t>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9737B3-A10B-B4EC-0356-7BB35D8A2BF9}"/>
              </a:ext>
            </a:extLst>
          </p:cNvPr>
          <p:cNvSpPr/>
          <p:nvPr/>
        </p:nvSpPr>
        <p:spPr>
          <a:xfrm>
            <a:off x="7547990" y="2910732"/>
            <a:ext cx="3212592" cy="101379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Add comment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731113-64F0-9A77-72B3-FD93E151AC66}"/>
              </a:ext>
            </a:extLst>
          </p:cNvPr>
          <p:cNvSpPr/>
          <p:nvPr/>
        </p:nvSpPr>
        <p:spPr>
          <a:xfrm>
            <a:off x="7547991" y="612321"/>
            <a:ext cx="3212592" cy="41884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Post title, author, content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082055-01A5-A893-9E20-28DD396E4282}"/>
              </a:ext>
            </a:extLst>
          </p:cNvPr>
          <p:cNvSpPr/>
          <p:nvPr/>
        </p:nvSpPr>
        <p:spPr>
          <a:xfrm>
            <a:off x="7604569" y="1367046"/>
            <a:ext cx="3093530" cy="57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Title, content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EAA3AE-15BD-E4F8-7648-1002A8959E77}"/>
              </a:ext>
            </a:extLst>
          </p:cNvPr>
          <p:cNvSpPr/>
          <p:nvPr/>
        </p:nvSpPr>
        <p:spPr>
          <a:xfrm>
            <a:off x="7657719" y="1649558"/>
            <a:ext cx="489585" cy="2282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edit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745D02-F8FE-297B-31B5-83DD13C59C7A}"/>
              </a:ext>
            </a:extLst>
          </p:cNvPr>
          <p:cNvSpPr/>
          <p:nvPr/>
        </p:nvSpPr>
        <p:spPr>
          <a:xfrm>
            <a:off x="8200454" y="1648748"/>
            <a:ext cx="696658" cy="2282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delete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D6C4FE-EACC-AE27-1166-2E4775CD43B4}"/>
              </a:ext>
            </a:extLst>
          </p:cNvPr>
          <p:cNvSpPr/>
          <p:nvPr/>
        </p:nvSpPr>
        <p:spPr>
          <a:xfrm>
            <a:off x="7604569" y="1984411"/>
            <a:ext cx="3093530" cy="35752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Title, content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DBD83F-C3D5-5168-85B6-F6F5016B7689}"/>
              </a:ext>
            </a:extLst>
          </p:cNvPr>
          <p:cNvSpPr/>
          <p:nvPr/>
        </p:nvSpPr>
        <p:spPr>
          <a:xfrm>
            <a:off x="7613618" y="2365337"/>
            <a:ext cx="3093530" cy="35752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Title, content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00D558-8998-7434-D779-00DF86251DB0}"/>
              </a:ext>
            </a:extLst>
          </p:cNvPr>
          <p:cNvSpPr/>
          <p:nvPr/>
        </p:nvSpPr>
        <p:spPr>
          <a:xfrm>
            <a:off x="7613618" y="3238867"/>
            <a:ext cx="3093530" cy="35752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Title, content input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3FD9FF-E8FF-4B36-8203-EF9C37F0196F}"/>
              </a:ext>
            </a:extLst>
          </p:cNvPr>
          <p:cNvSpPr/>
          <p:nvPr/>
        </p:nvSpPr>
        <p:spPr>
          <a:xfrm>
            <a:off x="7613618" y="3650907"/>
            <a:ext cx="844582" cy="2282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submit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3AB547-4F90-9F4B-64DF-D261224A598C}"/>
              </a:ext>
            </a:extLst>
          </p:cNvPr>
          <p:cNvSpPr/>
          <p:nvPr/>
        </p:nvSpPr>
        <p:spPr>
          <a:xfrm>
            <a:off x="4212145" y="1405316"/>
            <a:ext cx="3093530" cy="57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dirty="0"/>
              <a:t>Title, content (editing)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0E9D70-B9AC-5AA2-771B-8D5FA03D8076}"/>
              </a:ext>
            </a:extLst>
          </p:cNvPr>
          <p:cNvSpPr/>
          <p:nvPr/>
        </p:nvSpPr>
        <p:spPr>
          <a:xfrm>
            <a:off x="4265295" y="1687828"/>
            <a:ext cx="489585" cy="2282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save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334026-44B7-B907-F5E5-7AF0419A6B3B}"/>
              </a:ext>
            </a:extLst>
          </p:cNvPr>
          <p:cNvSpPr/>
          <p:nvPr/>
        </p:nvSpPr>
        <p:spPr>
          <a:xfrm>
            <a:off x="4808030" y="1687018"/>
            <a:ext cx="696658" cy="2282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400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4184516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CBFD6-CC60-05B2-5AE7-43E103DD2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06B5-9F2A-3544-4C19-A9DBA322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/ edit post 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88DAD-DD2A-5EF1-A88A-57847503C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9198180-968F-D041-400A-6E32E4D07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5" y="2181224"/>
            <a:ext cx="11029950" cy="4411599"/>
          </a:xfrm>
        </p:spPr>
        <p:txBody>
          <a:bodyPr anchor="t">
            <a:normAutofit/>
          </a:bodyPr>
          <a:lstStyle/>
          <a:p>
            <a:r>
              <a:rPr lang="en-US" sz="1600" b="1" dirty="0"/>
              <a:t>URL: /form.html </a:t>
            </a:r>
            <a:r>
              <a:rPr lang="en-US" sz="1600" dirty="0"/>
              <a:t>(if new post) or</a:t>
            </a:r>
            <a:r>
              <a:rPr lang="en-US" sz="1600" b="1" dirty="0"/>
              <a:t> /</a:t>
            </a:r>
            <a:r>
              <a:rPr lang="en-US" sz="1600" b="1" dirty="0" err="1"/>
              <a:t>form.html?id</a:t>
            </a:r>
            <a:r>
              <a:rPr lang="en-US" sz="1600" b="1" dirty="0"/>
              <a:t>={</a:t>
            </a:r>
            <a:r>
              <a:rPr lang="en-US" sz="1600" b="1" dirty="0" err="1"/>
              <a:t>postId</a:t>
            </a:r>
            <a:r>
              <a:rPr lang="en-US" sz="1600" b="1" dirty="0"/>
              <a:t>} </a:t>
            </a:r>
            <a:r>
              <a:rPr lang="en-US" sz="1600" dirty="0"/>
              <a:t>(if editing post)</a:t>
            </a:r>
          </a:p>
          <a:p>
            <a:r>
              <a:rPr lang="en-US" sz="1600" b="1" dirty="0"/>
              <a:t>UI components</a:t>
            </a:r>
          </a:p>
          <a:p>
            <a:pPr lvl="1"/>
            <a:r>
              <a:rPr lang="en-US" sz="1400" dirty="0"/>
              <a:t>Title and body input</a:t>
            </a:r>
          </a:p>
          <a:p>
            <a:pPr lvl="1"/>
            <a:r>
              <a:rPr lang="en-US" sz="1400" dirty="0">
                <a:sym typeface="Wingdings" panose="05000000000000000000" pitchFamily="2" charset="2"/>
              </a:rPr>
              <a:t>Submit input  saves the post</a:t>
            </a:r>
          </a:p>
          <a:p>
            <a:pPr lvl="1"/>
            <a:r>
              <a:rPr lang="en-US" sz="1400" dirty="0">
                <a:sym typeface="Wingdings" panose="05000000000000000000" pitchFamily="2" charset="2"/>
              </a:rPr>
              <a:t>Cancel Button  returns to the list page or post</a:t>
            </a:r>
          </a:p>
          <a:p>
            <a:r>
              <a:rPr lang="en-US" sz="1600" b="1" dirty="0">
                <a:sym typeface="Wingdings" panose="05000000000000000000" pitchFamily="2" charset="2"/>
              </a:rPr>
              <a:t>API used</a:t>
            </a:r>
          </a:p>
          <a:p>
            <a:pPr lvl="1"/>
            <a:r>
              <a:rPr lang="en-US" sz="1400" dirty="0">
                <a:sym typeface="Wingdings" panose="05000000000000000000" pitchFamily="2" charset="2"/>
              </a:rPr>
              <a:t>POST /posts  creates a new post</a:t>
            </a:r>
          </a:p>
          <a:p>
            <a:pPr lvl="1"/>
            <a:r>
              <a:rPr lang="en-US" sz="1400" dirty="0">
                <a:sym typeface="Wingdings" panose="05000000000000000000" pitchFamily="2" charset="2"/>
              </a:rPr>
              <a:t>PUT /posts/{id}  updates existing post</a:t>
            </a:r>
          </a:p>
          <a:p>
            <a:r>
              <a:rPr lang="en-US" sz="1600" b="1" dirty="0">
                <a:sym typeface="Wingdings" panose="05000000000000000000" pitchFamily="2" charset="2"/>
              </a:rPr>
              <a:t>User actions</a:t>
            </a:r>
          </a:p>
          <a:p>
            <a:pPr lvl="1"/>
            <a:r>
              <a:rPr lang="en-US" sz="1400" dirty="0">
                <a:sym typeface="Wingdings" panose="05000000000000000000" pitchFamily="2" charset="2"/>
              </a:rPr>
              <a:t>Click submit  creates or updates the post</a:t>
            </a:r>
          </a:p>
          <a:p>
            <a:pPr lvl="1"/>
            <a:r>
              <a:rPr lang="en-US" sz="1400" dirty="0">
                <a:sym typeface="Wingdings" panose="05000000000000000000" pitchFamily="2" charset="2"/>
              </a:rPr>
              <a:t>Click cancel  returns to list page or post page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CB1252-246F-E0AE-3F56-188956B8508C}"/>
              </a:ext>
            </a:extLst>
          </p:cNvPr>
          <p:cNvSpPr/>
          <p:nvPr/>
        </p:nvSpPr>
        <p:spPr>
          <a:xfrm>
            <a:off x="7010261" y="2770632"/>
            <a:ext cx="3547872" cy="33101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POST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4C4C50-B4D2-D38E-1AEA-49A3F6871D66}"/>
              </a:ext>
            </a:extLst>
          </p:cNvPr>
          <p:cNvSpPr/>
          <p:nvPr/>
        </p:nvSpPr>
        <p:spPr>
          <a:xfrm>
            <a:off x="7171805" y="3282696"/>
            <a:ext cx="3212592" cy="188214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Title</a:t>
            </a:r>
          </a:p>
          <a:p>
            <a:pPr algn="ctr"/>
            <a:r>
              <a:rPr lang="en-US" dirty="0"/>
              <a:t>Content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345B25-76D9-62B9-54FD-E9CFE72EB80A}"/>
              </a:ext>
            </a:extLst>
          </p:cNvPr>
          <p:cNvSpPr/>
          <p:nvPr/>
        </p:nvSpPr>
        <p:spPr>
          <a:xfrm>
            <a:off x="7171805" y="5321808"/>
            <a:ext cx="1456944" cy="359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Submit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22C6FC-D74B-6204-49D2-516A5BE94BEB}"/>
              </a:ext>
            </a:extLst>
          </p:cNvPr>
          <p:cNvSpPr/>
          <p:nvPr/>
        </p:nvSpPr>
        <p:spPr>
          <a:xfrm>
            <a:off x="8864969" y="5321808"/>
            <a:ext cx="1456944" cy="359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393584265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3249</TotalTime>
  <Words>698</Words>
  <Application>Microsoft Office PowerPoint</Application>
  <PresentationFormat>Widescreen</PresentationFormat>
  <Paragraphs>139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Gill Sans MT</vt:lpstr>
      <vt:lpstr>Neue Haas Grotesk Text Pro</vt:lpstr>
      <vt:lpstr>Wingdings</vt:lpstr>
      <vt:lpstr>Wingdings 2</vt:lpstr>
      <vt:lpstr>Dividend</vt:lpstr>
      <vt:lpstr>Web message board Screen specification document</vt:lpstr>
      <vt:lpstr>Contents</vt:lpstr>
      <vt:lpstr>FUNCTIONALITIES</vt:lpstr>
      <vt:lpstr>HOW TO USE THE LOCAL DATABASE?</vt:lpstr>
      <vt:lpstr>architecture</vt:lpstr>
      <vt:lpstr>List page (post list)</vt:lpstr>
      <vt:lpstr>Post detail page</vt:lpstr>
      <vt:lpstr>Create / edit post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Carvajal Librado Mireia</dc:creator>
  <cp:lastModifiedBy>Carvajal Librado Mireia</cp:lastModifiedBy>
  <cp:revision>4</cp:revision>
  <dcterms:created xsi:type="dcterms:W3CDTF">2026-03-16T06:33:40Z</dcterms:created>
  <dcterms:modified xsi:type="dcterms:W3CDTF">2026-03-23T02:53:29Z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